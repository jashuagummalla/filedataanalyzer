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14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076551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4457551"/>
            <a:ext cx="762000" cy="323850"/>
          </a:xfrm>
          <a:prstGeom prst="roundRect">
            <a:avLst>
              <a:gd fmla="val 17647" name="adj"/>
            </a:avLst>
          </a:prstGeom>
          <a:solidFill>
            <a:srgbClr val="222A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752600" y="4457551"/>
            <a:ext cx="895350" cy="323850"/>
          </a:xfrm>
          <a:prstGeom prst="roundRect">
            <a:avLst>
              <a:gd fmla="val 17647" name="adj"/>
            </a:avLst>
          </a:prstGeom>
          <a:solidFill>
            <a:srgbClr val="222A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2876550" y="4457551"/>
            <a:ext cx="771525" cy="323850"/>
          </a:xfrm>
          <a:prstGeom prst="roundRect">
            <a:avLst>
              <a:gd fmla="val 17647" name="adj"/>
            </a:avLst>
          </a:prstGeom>
          <a:solidFill>
            <a:srgbClr val="222A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876675" y="4457551"/>
            <a:ext cx="990600" cy="323850"/>
          </a:xfrm>
          <a:prstGeom prst="roundRect">
            <a:avLst>
              <a:gd fmla="val 17647" name="adj"/>
            </a:avLst>
          </a:prstGeom>
          <a:solidFill>
            <a:srgbClr val="222A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0764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762000" y="2305050"/>
            <a:ext cx="11251406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File Data Analyzer System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62000" y="3108870"/>
            <a:ext cx="7239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Exploratory Data Analysis and Interactive Web Analytics Dashboard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104900" y="2090737"/>
            <a:ext cx="379214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PRESENTATION • FDA-V2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4533751"/>
            <a:ext cx="552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905000" y="4533751"/>
            <a:ext cx="6858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028950" y="4533751"/>
            <a:ext cx="561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4029075" y="4533751"/>
            <a:ext cx="781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OpenPyXL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609600" y="1991915"/>
            <a:ext cx="5257800" cy="1251346"/>
          </a:xfrm>
          <a:prstGeom prst="roundRect">
            <a:avLst>
              <a:gd fmla="val 913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09600" y="3471862"/>
            <a:ext cx="5257800" cy="1251346"/>
          </a:xfrm>
          <a:prstGeom prst="roundRect">
            <a:avLst>
              <a:gd fmla="val 913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609600" y="1991915"/>
            <a:ext cx="38100" cy="125134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09600" y="3471862"/>
            <a:ext cx="38100" cy="125134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09600" y="4951809"/>
            <a:ext cx="2552700" cy="847725"/>
          </a:xfrm>
          <a:prstGeom prst="roundRect">
            <a:avLst>
              <a:gd fmla="val 8988" name="adj"/>
            </a:avLst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314700" y="4951809"/>
            <a:ext cx="2552700" cy="847725"/>
          </a:xfrm>
          <a:prstGeom prst="roundRect">
            <a:avLst>
              <a:gd fmla="val 8988" name="adj"/>
            </a:avLst>
          </a:prstGeom>
          <a:solidFill>
            <a:srgbClr val="ECFD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181225"/>
            <a:ext cx="52578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SUMMARY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Overview &amp; Mission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76300" y="2220515"/>
            <a:ext cx="62507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Zero-Code Data Exploration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876300" y="2534840"/>
            <a:ext cx="4857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Converts raw CSV and Excel files into instant visual web dashboards without requiring programming knowledge.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76300" y="3700462"/>
            <a:ext cx="625078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Analytics Pipeline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76300" y="4014787"/>
            <a:ext cx="4857750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Handles missing value cleaning, statistical summary generation, and interactive charts automatically.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28637" y="5104209"/>
            <a:ext cx="2714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528637" y="5475684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Coding Required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233737" y="5104209"/>
            <a:ext cx="2714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3233737" y="5475684"/>
            <a:ext cx="27146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Pipelines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609600" y="2752725"/>
            <a:ext cx="3530500" cy="104775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330600" y="2752725"/>
            <a:ext cx="3530649" cy="104775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051750" y="2752725"/>
            <a:ext cx="3530500" cy="104775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3990975"/>
            <a:ext cx="3530500" cy="104775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330600" y="3990975"/>
            <a:ext cx="3530649" cy="104775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051750" y="3990975"/>
            <a:ext cx="3530500" cy="1047750"/>
          </a:xfrm>
          <a:prstGeom prst="roundRect">
            <a:avLst>
              <a:gd fmla="val 109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146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8725" y="30146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9875" y="301466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7725" y="425291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8725" y="4252912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9875" y="425291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&amp; DEPS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Technology Stack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47725" y="3343275"/>
            <a:ext cx="38178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Web Dashboard UI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568725" y="3343275"/>
            <a:ext cx="38179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High-Performance Data Processing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289875" y="3343275"/>
            <a:ext cx="38178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Vectorized Numerical Math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47725" y="4581525"/>
            <a:ext cx="38178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Plot Engine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4568725" y="4581525"/>
            <a:ext cx="38179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Statistical Charting Library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8289875" y="4581525"/>
            <a:ext cx="381781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Excel File Engine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152525" y="2990850"/>
            <a:ext cx="1837729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 1.30+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4873525" y="2990850"/>
            <a:ext cx="152519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Pandas 2.0+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547050" y="2990850"/>
            <a:ext cx="16002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NumPy 1.24+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1152525" y="4229100"/>
            <a:ext cx="187523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Matplotlib 3.8+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4902100" y="4229100"/>
            <a:ext cx="175021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Seaborn 0.13+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8547050" y="4229100"/>
            <a:ext cx="18502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OpenPyXL 3.1+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609600" y="3195637"/>
            <a:ext cx="2072580" cy="1400175"/>
          </a:xfrm>
          <a:prstGeom prst="roundRect">
            <a:avLst>
              <a:gd fmla="val 81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2834580" y="3195637"/>
            <a:ext cx="2072580" cy="1400175"/>
          </a:xfrm>
          <a:prstGeom prst="roundRect">
            <a:avLst>
              <a:gd fmla="val 81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059560" y="3195637"/>
            <a:ext cx="2072580" cy="1400175"/>
          </a:xfrm>
          <a:prstGeom prst="roundRect">
            <a:avLst>
              <a:gd fmla="val 81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7284541" y="3195637"/>
            <a:ext cx="2072580" cy="1400175"/>
          </a:xfrm>
          <a:prstGeom prst="roundRect">
            <a:avLst>
              <a:gd fmla="val 81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9509521" y="3195637"/>
            <a:ext cx="2072580" cy="1400175"/>
          </a:xfrm>
          <a:prstGeom prst="roundRect">
            <a:avLst>
              <a:gd fmla="val 816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09600" y="3195637"/>
            <a:ext cx="207258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2834580" y="3195637"/>
            <a:ext cx="20725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5059560" y="3195637"/>
            <a:ext cx="2072580" cy="381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7284541" y="3195637"/>
            <a:ext cx="207258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9509521" y="3195637"/>
            <a:ext cx="20725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PIPELINE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Modular Backend Structure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800100" y="3424237"/>
            <a:ext cx="2114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01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800100" y="3671887"/>
            <a:ext cx="22201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data_loader.py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800100" y="3967162"/>
            <a:ext cx="178683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CSV &amp; Excel File Ingestion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3025080" y="3424237"/>
            <a:ext cx="2114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B82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02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3025080" y="3671887"/>
            <a:ext cx="22201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data_cleaner.py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3025080" y="3967162"/>
            <a:ext cx="178683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Missing Value Imputation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5250060" y="3424237"/>
            <a:ext cx="2114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366F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03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250060" y="3671887"/>
            <a:ext cx="22201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statistics.py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5250060" y="3967162"/>
            <a:ext cx="178683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Correlation Matrix Analysis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7475041" y="3424237"/>
            <a:ext cx="2114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B5CF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04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475041" y="3671887"/>
            <a:ext cx="22201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visualizations.py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7475041" y="3967162"/>
            <a:ext cx="178683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Seaborn Plot Generation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9700021" y="3424237"/>
            <a:ext cx="21144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 05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9700021" y="3671887"/>
            <a:ext cx="222019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insights.py</a:t>
            </a: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9700021" y="3967162"/>
            <a:ext cx="178683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Text Summaries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/>
          <p:nvPr/>
        </p:nvSpPr>
        <p:spPr>
          <a:xfrm>
            <a:off x="609600" y="2347912"/>
            <a:ext cx="3505200" cy="3095625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4343400" y="2347912"/>
            <a:ext cx="3505200" cy="3095625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8077200" y="2347912"/>
            <a:ext cx="3505200" cy="3095625"/>
          </a:xfrm>
          <a:prstGeom prst="roundRect">
            <a:avLst>
              <a:gd fmla="val 369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26622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2987" y="279558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00600" y="2795587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24875" y="279558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CAPABILITIES</a:t>
            </a:r>
            <a:endParaRPr/>
          </a:p>
        </p:txBody>
      </p:sp>
      <p:sp>
        <p:nvSpPr>
          <p:cNvPr id="193" name="Google Shape;193;p1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Feature Set</a:t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923925" y="33099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Data Cleaning</a:t>
            </a:r>
            <a:endParaRPr/>
          </a:p>
        </p:txBody>
      </p:sp>
      <p:sp>
        <p:nvSpPr>
          <p:cNvPr id="195" name="Google Shape;195;p17"/>
          <p:cNvSpPr txBox="1"/>
          <p:nvPr/>
        </p:nvSpPr>
        <p:spPr>
          <a:xfrm>
            <a:off x="4657725" y="33099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Statistical Analytics</a:t>
            </a:r>
            <a:endParaRPr/>
          </a:p>
        </p:txBody>
      </p:sp>
      <p:sp>
        <p:nvSpPr>
          <p:cNvPr id="196" name="Google Shape;196;p17"/>
          <p:cNvSpPr txBox="1"/>
          <p:nvPr/>
        </p:nvSpPr>
        <p:spPr>
          <a:xfrm>
            <a:off x="8391525" y="33099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Interactive Visuals</a:t>
            </a:r>
            <a:endParaRPr/>
          </a:p>
        </p:txBody>
      </p:sp>
      <p:sp>
        <p:nvSpPr>
          <p:cNvPr id="197" name="Google Shape;197;p17"/>
          <p:cNvSpPr txBox="1"/>
          <p:nvPr/>
        </p:nvSpPr>
        <p:spPr>
          <a:xfrm>
            <a:off x="1000125" y="363855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1095375" y="366236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Null Imputation: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Automatic missing value fill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1000125" y="415290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1095375" y="417671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Dtype Conversion: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Smart type casting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1000125" y="466725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02" name="Google Shape;202;p17"/>
          <p:cNvSpPr txBox="1"/>
          <p:nvPr/>
        </p:nvSpPr>
        <p:spPr>
          <a:xfrm>
            <a:off x="1095375" y="469106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Deduplication: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Instant duplicate removal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4733925" y="363855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4829175" y="366236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Descriptive Metrics: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Mean, median, std-dev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4733925" y="415290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4829175" y="417671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Distribution Rules: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Skewness &amp; kurtosis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4733925" y="466725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4829175" y="469106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Feature Matrices: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Correlation scoring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8467725" y="363855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8562975" y="366236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Charts: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Histograms &amp; box plots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8467725" y="415290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8562975" y="417671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Heatmaps: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Color correlation matrix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8467725" y="4667250"/>
            <a:ext cx="95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8562975" y="4691062"/>
            <a:ext cx="28003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Chart Downloads: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High-res PNG export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609600" y="2419350"/>
            <a:ext cx="5257800" cy="85725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609600" y="3467100"/>
            <a:ext cx="5257800" cy="85725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609600" y="4514850"/>
            <a:ext cx="5257800" cy="857250"/>
          </a:xfrm>
          <a:prstGeom prst="roundRect">
            <a:avLst>
              <a:gd fmla="val 11111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2276475"/>
            <a:ext cx="52578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CLOUD HOUSING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Streamlit Community Cloud Deployment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800100" y="2609850"/>
            <a:ext cx="6400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 CI/CD Automation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800100" y="2867025"/>
            <a:ext cx="6096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Automatic application rebuilds on every git push.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800100" y="3657600"/>
            <a:ext cx="6400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Requirements Pinning</a:t>
            </a:r>
            <a:endParaRPr/>
          </a:p>
        </p:txBody>
      </p:sp>
      <p:sp>
        <p:nvSpPr>
          <p:cNvPr id="228" name="Google Shape;228;p18"/>
          <p:cNvSpPr txBox="1"/>
          <p:nvPr/>
        </p:nvSpPr>
        <p:spPr>
          <a:xfrm>
            <a:off x="800100" y="3914775"/>
            <a:ext cx="6096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Self-contained Python environment installation.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800100" y="4705350"/>
            <a:ext cx="64008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Accessibility</a:t>
            </a:r>
            <a:endParaRPr/>
          </a:p>
        </p:txBody>
      </p:sp>
      <p:sp>
        <p:nvSpPr>
          <p:cNvPr id="230" name="Google Shape;230;p18"/>
          <p:cNvSpPr txBox="1"/>
          <p:nvPr/>
        </p:nvSpPr>
        <p:spPr>
          <a:xfrm>
            <a:off x="800100" y="4962525"/>
            <a:ext cx="60960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access via custom HTTPS subdomain.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"/>
          <p:cNvSpPr/>
          <p:nvPr/>
        </p:nvSpPr>
        <p:spPr>
          <a:xfrm>
            <a:off x="3938587" y="4010025"/>
            <a:ext cx="4314825" cy="523875"/>
          </a:xfrm>
          <a:prstGeom prst="roundRect">
            <a:avLst>
              <a:gd fmla="val 50000" name="adj"/>
            </a:avLst>
          </a:prstGeom>
          <a:solidFill>
            <a:srgbClr val="1D25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5287" y="4200525"/>
            <a:ext cx="1619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5131593" y="2324100"/>
            <a:ext cx="192881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FDA-V2 DASHBOARD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4370784" y="2647950"/>
            <a:ext cx="3450431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3684984" y="3467100"/>
            <a:ext cx="4822031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Ready for questions and project discussion.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3732609" y="4162425"/>
            <a:ext cx="472678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381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GitHub: JashuaGummalla/FileDataAnalyzer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000125"/>
            <a:ext cx="857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1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Image Sources</a:t>
            </a:r>
            <a:endParaRPr/>
          </a:p>
        </p:txBody>
      </p:sp>
      <p:sp>
        <p:nvSpPr>
          <p:cNvPr id="251" name="Google Shape;251;p20"/>
          <p:cNvSpPr txBox="1"/>
          <p:nvPr/>
        </p:nvSpPr>
        <p:spPr>
          <a:xfrm>
            <a:off x="1666875" y="1038225"/>
            <a:ext cx="734615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https://cdn.vectorstock.com/i/1000v/03/50/modern-data-dashboard-ui-vector-25690350.jpg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1666875" y="1238250"/>
            <a:ext cx="28217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www.vectorstock.com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666875" y="1809750"/>
            <a:ext cx="58816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https://www.ovaledge.com/hubfs/Ovaledge%20Banner%20Blog%20(3).png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1666875" y="2009775"/>
            <a:ext cx="2595562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www.ovaledge.com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